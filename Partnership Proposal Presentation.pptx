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Urbanist Medium"/>
      <p:regular r:id="rId22"/>
      <p:bold r:id="rId23"/>
      <p:italic r:id="rId24"/>
      <p:boldItalic r:id="rId25"/>
    </p:embeddedFont>
    <p:embeddedFont>
      <p:font typeface="Urbanist SemiBold"/>
      <p:regular r:id="rId26"/>
      <p:bold r:id="rId27"/>
      <p:italic r:id="rId28"/>
      <p:boldItalic r:id="rId29"/>
    </p:embeddedFont>
    <p:embeddedFont>
      <p:font typeface="Urbanis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Gael Carrill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UrbanistMedium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UrbanistMedium-italic.fntdata"/><Relationship Id="rId23" Type="http://schemas.openxmlformats.org/officeDocument/2006/relationships/font" Target="fonts/Urbanist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UrbanistSemiBold-regular.fntdata"/><Relationship Id="rId25" Type="http://schemas.openxmlformats.org/officeDocument/2006/relationships/font" Target="fonts/UrbanistMedium-boldItalic.fntdata"/><Relationship Id="rId28" Type="http://schemas.openxmlformats.org/officeDocument/2006/relationships/font" Target="fonts/UrbanistSemiBold-italic.fntdata"/><Relationship Id="rId27" Type="http://schemas.openxmlformats.org/officeDocument/2006/relationships/font" Target="fonts/Urbanist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.fntdata"/><Relationship Id="rId30" Type="http://schemas.openxmlformats.org/officeDocument/2006/relationships/font" Target="fonts/Urbanist-regular.fntdata"/><Relationship Id="rId11" Type="http://schemas.openxmlformats.org/officeDocument/2006/relationships/slide" Target="slides/slide5.xml"/><Relationship Id="rId33" Type="http://schemas.openxmlformats.org/officeDocument/2006/relationships/font" Target="fonts/Urbanist-boldItalic.fntdata"/><Relationship Id="rId10" Type="http://schemas.openxmlformats.org/officeDocument/2006/relationships/slide" Target="slides/slide4.xml"/><Relationship Id="rId32" Type="http://schemas.openxmlformats.org/officeDocument/2006/relationships/font" Target="fonts/Urbanis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2-03T07:13:26.779">
    <p:pos x="196" y="725"/>
    <p:text>make bullet points pls ;))))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a3c034a46b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a3c034a46b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a3c034a46b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a3c034a46b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a3c034a46b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a3c034a46b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aceebe0f2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aceebe0f2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a3c034a46b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a3c034a46b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a3c034a46b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a3c034a46b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a3c034a46b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a3c034a46b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gif"/><Relationship Id="rId4" Type="http://schemas.openxmlformats.org/officeDocument/2006/relationships/image" Target="../media/image5.png"/><Relationship Id="rId5" Type="http://schemas.openxmlformats.org/officeDocument/2006/relationships/image" Target="../media/image6.gif"/><Relationship Id="rId6" Type="http://schemas.openxmlformats.org/officeDocument/2006/relationships/image" Target="../media/image9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spreadsheets/d/1rbjVxuM5WbjWNNA1OgWvqta0P2dhAdAUyhAme45-iP8/edit?gid=0#gid=0" TargetMode="External"/><Relationship Id="rId4" Type="http://schemas.openxmlformats.org/officeDocument/2006/relationships/hyperlink" Target="https://docs.google.com/document/d/1cnBuS5IBZJCFUmlYcwf9yMzwXOdx-EJmDrBwuwVo21U/edit?tab=t.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8" name="Google Shape;438;p41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9" name="Google Shape;439;p41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Revolutionizing</a:t>
            </a:r>
            <a:r>
              <a:rPr lang="en">
                <a:solidFill>
                  <a:schemeClr val="lt1"/>
                </a:solidFill>
              </a:rPr>
              <a:t> The Typing Test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0" name="Google Shape;440;p41"/>
          <p:cNvSpPr txBox="1"/>
          <p:nvPr>
            <p:ph idx="1" type="subTitle"/>
          </p:nvPr>
        </p:nvSpPr>
        <p:spPr>
          <a:xfrm>
            <a:off x="228600" y="1738950"/>
            <a:ext cx="4791600" cy="338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PorkType</a:t>
            </a:r>
            <a:endParaRPr sz="30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41" name="Google Shape;441;p41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Gael Carrillo</a:t>
            </a:r>
            <a:endParaRPr/>
          </a:p>
        </p:txBody>
      </p:sp>
      <p:sp>
        <p:nvSpPr>
          <p:cNvPr id="442" name="Google Shape;442;p41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Jason Escalante</a:t>
            </a:r>
            <a:endParaRPr/>
          </a:p>
        </p:txBody>
      </p:sp>
      <p:sp>
        <p:nvSpPr>
          <p:cNvPr id="443" name="Google Shape;443;p41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December 2025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1"/>
          <p:cNvSpPr/>
          <p:nvPr/>
        </p:nvSpPr>
        <p:spPr>
          <a:xfrm>
            <a:off x="320975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5" name="Google Shape;445;p41"/>
          <p:cNvSpPr txBox="1"/>
          <p:nvPr>
            <p:ph idx="6" type="subTitle"/>
          </p:nvPr>
        </p:nvSpPr>
        <p:spPr>
          <a:xfrm>
            <a:off x="3276950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Armando Vargas</a:t>
            </a:r>
            <a:endParaRPr/>
          </a:p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Property of </a:t>
            </a:r>
            <a:r>
              <a:rPr lang="en"/>
              <a:t>PorkType llc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2"/>
          <p:cNvSpPr txBox="1"/>
          <p:nvPr>
            <p:ph type="title"/>
          </p:nvPr>
        </p:nvSpPr>
        <p:spPr>
          <a:xfrm>
            <a:off x="228600" y="689725"/>
            <a:ext cx="38484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What We Used</a:t>
            </a:r>
            <a:endParaRPr/>
          </a:p>
        </p:txBody>
      </p:sp>
      <p:sp>
        <p:nvSpPr>
          <p:cNvPr id="452" name="Google Shape;452;p42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sp>
        <p:nvSpPr>
          <p:cNvPr id="453" name="Google Shape;453;p42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mission</a:t>
            </a:r>
            <a:endParaRPr/>
          </a:p>
        </p:txBody>
      </p:sp>
      <p:pic>
        <p:nvPicPr>
          <p:cNvPr descr="two heart shaped buttons with the words vue my beloved on them (Provided by Tenor)" id="454" name="Google Shape;45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375" y="1800563"/>
            <a:ext cx="2056500" cy="1542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Github.com-SunghanKim.png - Wikimedia Commons" id="455" name="Google Shape;45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9825" y="3243900"/>
            <a:ext cx="3110450" cy="127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square with a white icon on it (Provided by Tenor)" id="456" name="Google Shape;456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5225" y="1028625"/>
            <a:ext cx="17335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ribbon with an x in the middle (Provided by Tenor)" id="457" name="Google Shape;457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1227" y="1481225"/>
            <a:ext cx="2211225" cy="21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Property of </a:t>
            </a:r>
            <a:r>
              <a:rPr lang="en"/>
              <a:t>PorkType llc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3"/>
          <p:cNvSpPr txBox="1"/>
          <p:nvPr>
            <p:ph type="title"/>
          </p:nvPr>
        </p:nvSpPr>
        <p:spPr>
          <a:xfrm>
            <a:off x="228600" y="290450"/>
            <a:ext cx="59607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 Setup</a:t>
            </a:r>
            <a:endParaRPr/>
          </a:p>
        </p:txBody>
      </p:sp>
      <p:sp>
        <p:nvSpPr>
          <p:cNvPr id="464" name="Google Shape;464;p43"/>
          <p:cNvSpPr txBox="1"/>
          <p:nvPr/>
        </p:nvSpPr>
        <p:spPr>
          <a:xfrm>
            <a:off x="283100" y="712150"/>
            <a:ext cx="86223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65" name="Google Shape;465;p43"/>
          <p:cNvSpPr txBox="1"/>
          <p:nvPr/>
        </p:nvSpPr>
        <p:spPr>
          <a:xfrm>
            <a:off x="567300" y="1480150"/>
            <a:ext cx="5197200" cy="30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Lato"/>
              <a:buChar char="●"/>
            </a:pPr>
            <a:r>
              <a:rPr b="1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Framework</a:t>
            </a:r>
            <a:r>
              <a:rPr b="1" lang="en" sz="1700">
                <a:solidFill>
                  <a:srgbClr val="F4652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 sz="1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- Vue with Routing , </a:t>
            </a:r>
            <a:r>
              <a:rPr b="1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installed on VsCode</a:t>
            </a:r>
            <a:endParaRPr b="1"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Lato"/>
              <a:buChar char="●"/>
            </a:pPr>
            <a:r>
              <a:rPr b="1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Persistent storage</a:t>
            </a:r>
            <a:r>
              <a:rPr b="1" lang="en" sz="1700">
                <a:solidFill>
                  <a:srgbClr val="F4652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 sz="1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- MongoDB</a:t>
            </a:r>
            <a:endParaRPr b="1" sz="1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Lato"/>
              <a:buChar char="●"/>
            </a:pPr>
            <a:r>
              <a:rPr b="1" lang="en" sz="1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Make sure you have git and node installed</a:t>
            </a:r>
            <a:endParaRPr b="1" sz="1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Lato"/>
              <a:buChar char="●"/>
            </a:pPr>
            <a:r>
              <a:rPr b="1" lang="en" sz="1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Running on Localhost</a:t>
            </a:r>
            <a:endParaRPr b="1" sz="1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Lato"/>
              <a:buChar char="●"/>
            </a:pPr>
            <a:r>
              <a:rPr b="1"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Version control </a:t>
            </a:r>
            <a:r>
              <a:rPr b="1" lang="en" sz="1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- git and github</a:t>
            </a:r>
            <a:endParaRPr b="1" sz="1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Lato"/>
              <a:buChar char="●"/>
            </a:pPr>
            <a:r>
              <a:rPr b="1" lang="en" sz="1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Virtual meetings for progress and updates</a:t>
            </a:r>
            <a:endParaRPr b="1" sz="1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Lato"/>
              <a:buChar char="●"/>
            </a:pPr>
            <a:r>
              <a:rPr b="1" lang="en" sz="1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Fingerprint API had to install so it works on </a:t>
            </a:r>
            <a:r>
              <a:rPr b="1" lang="en" sz="1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everyone's</a:t>
            </a:r>
            <a:r>
              <a:rPr b="1" lang="en" sz="1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 sz="1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device</a:t>
            </a:r>
            <a:endParaRPr b="1" sz="1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66" name="Google Shape;46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9338" y="2733475"/>
            <a:ext cx="2760362" cy="74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Visual Studio Code 1.35 icon.svg - Wikimedia Commons" id="467" name="Google Shape;46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1962" y="768713"/>
            <a:ext cx="1803026" cy="1803026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Property of </a:t>
            </a:r>
            <a:r>
              <a:rPr lang="en"/>
              <a:t>PorkType llc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Meeting Requirements</a:t>
            </a:r>
            <a:endParaRPr sz="1800"/>
          </a:p>
        </p:txBody>
      </p:sp>
      <p:sp>
        <p:nvSpPr>
          <p:cNvPr id="474" name="Google Shape;474;p44"/>
          <p:cNvSpPr txBox="1"/>
          <p:nvPr>
            <p:ph idx="1" type="body"/>
          </p:nvPr>
        </p:nvSpPr>
        <p:spPr>
          <a:xfrm>
            <a:off x="483175" y="2114650"/>
            <a:ext cx="2455500" cy="9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Merging Conflicts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Commits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75" name="Google Shape;47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</a:t>
            </a:r>
            <a:endParaRPr/>
          </a:p>
        </p:txBody>
      </p:sp>
      <p:sp>
        <p:nvSpPr>
          <p:cNvPr id="476" name="Google Shape;47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Third</a:t>
            </a:r>
            <a:r>
              <a:rPr lang="en"/>
              <a:t> Party API’s</a:t>
            </a:r>
            <a:endParaRPr/>
          </a:p>
        </p:txBody>
      </p:sp>
      <p:sp>
        <p:nvSpPr>
          <p:cNvPr id="477" name="Google Shape;477;p44"/>
          <p:cNvSpPr txBox="1"/>
          <p:nvPr>
            <p:ph idx="2" type="body"/>
          </p:nvPr>
        </p:nvSpPr>
        <p:spPr>
          <a:xfrm>
            <a:off x="3347725" y="211465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Switching API’s part way through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Being able to read documentation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Got rid of a whole API on our project</a:t>
            </a:r>
            <a:endParaRPr sz="1400"/>
          </a:p>
        </p:txBody>
      </p:sp>
      <p:sp>
        <p:nvSpPr>
          <p:cNvPr id="478" name="Google Shape;478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</a:t>
            </a:r>
            <a:endParaRPr/>
          </a:p>
        </p:txBody>
      </p:sp>
      <p:sp>
        <p:nvSpPr>
          <p:cNvPr id="479" name="Google Shape;479;p44"/>
          <p:cNvSpPr txBox="1"/>
          <p:nvPr>
            <p:ph idx="6" type="body"/>
          </p:nvPr>
        </p:nvSpPr>
        <p:spPr>
          <a:xfrm>
            <a:off x="6212275" y="21510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Carried away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Feature Creep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Modeling</a:t>
            </a:r>
            <a:endParaRPr sz="1400"/>
          </a:p>
        </p:txBody>
      </p:sp>
      <p:pic>
        <p:nvPicPr>
          <p:cNvPr id="480" name="Google Shape;48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875" y="2626825"/>
            <a:ext cx="1402600" cy="2470176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4"/>
          <p:cNvSpPr txBox="1"/>
          <p:nvPr>
            <p:ph idx="4294967295" type="subTitle"/>
          </p:nvPr>
        </p:nvSpPr>
        <p:spPr>
          <a:xfrm>
            <a:off x="2389025" y="4738900"/>
            <a:ext cx="2700000" cy="2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Property of </a:t>
            </a:r>
            <a:r>
              <a:rPr lang="en" sz="700"/>
              <a:t>PorkType llc</a:t>
            </a:r>
            <a:endParaRPr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Success for us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87" name="Google Shape;48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Urbanist Medium"/>
              <a:buChar char="●"/>
            </a:pPr>
            <a:r>
              <a:rPr lang="en" sz="2000">
                <a:latin typeface="Urbanist Medium"/>
                <a:ea typeface="Urbanist Medium"/>
                <a:cs typeface="Urbanist Medium"/>
                <a:sym typeface="Urbanist Medium"/>
              </a:rPr>
              <a:t>We have succeeded when our typing game displays you result at the end</a:t>
            </a:r>
            <a:endParaRPr sz="200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Urbanist Medium"/>
              <a:buChar char="●"/>
            </a:pPr>
            <a:r>
              <a:rPr lang="en" sz="2000">
                <a:latin typeface="Urbanist Medium"/>
                <a:ea typeface="Urbanist Medium"/>
                <a:cs typeface="Urbanist Medium"/>
                <a:sym typeface="Urbanist Medium"/>
              </a:rPr>
              <a:t>we are able to see the WPM. </a:t>
            </a:r>
            <a:endParaRPr sz="200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Urbanist Medium"/>
              <a:buChar char="●"/>
            </a:pPr>
            <a:r>
              <a:rPr lang="en" sz="2000">
                <a:latin typeface="Urbanist Medium"/>
                <a:ea typeface="Urbanist Medium"/>
                <a:cs typeface="Urbanist Medium"/>
                <a:sym typeface="Urbanist Medium"/>
              </a:rPr>
              <a:t>Persistent data.</a:t>
            </a:r>
            <a:endParaRPr sz="200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Urbanist Medium"/>
              <a:buChar char="●"/>
            </a:pPr>
            <a:r>
              <a:rPr lang="en" sz="2000">
                <a:latin typeface="Urbanist Medium"/>
                <a:ea typeface="Urbanist Medium"/>
                <a:cs typeface="Urbanist Medium"/>
                <a:sym typeface="Urbanist Medium"/>
              </a:rPr>
              <a:t>Logins</a:t>
            </a:r>
            <a:endParaRPr sz="200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Urbanist Medium"/>
              <a:buChar char="●"/>
            </a:pPr>
            <a:r>
              <a:rPr lang="en" sz="2000">
                <a:latin typeface="Urbanist Medium"/>
                <a:ea typeface="Urbanist Medium"/>
                <a:cs typeface="Urbanist Medium"/>
                <a:sym typeface="Urbanist Medium"/>
              </a:rPr>
              <a:t>Sign ups</a:t>
            </a:r>
            <a:endParaRPr sz="2000"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88" name="Google Shape;488;p45"/>
          <p:cNvSpPr txBox="1"/>
          <p:nvPr>
            <p:ph idx="4294967295" type="subTitle"/>
          </p:nvPr>
        </p:nvSpPr>
        <p:spPr>
          <a:xfrm>
            <a:off x="311700" y="4683725"/>
            <a:ext cx="2700000" cy="2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Property of </a:t>
            </a:r>
            <a:r>
              <a:rPr lang="en" sz="700"/>
              <a:t>PorkType llc</a:t>
            </a:r>
            <a:endParaRPr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6"/>
          <p:cNvSpPr txBox="1"/>
          <p:nvPr>
            <p:ph type="title"/>
          </p:nvPr>
        </p:nvSpPr>
        <p:spPr>
          <a:xfrm>
            <a:off x="233850" y="457200"/>
            <a:ext cx="82521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Preparation Phase</a:t>
            </a:r>
            <a:endParaRPr/>
          </a:p>
        </p:txBody>
      </p:sp>
      <p:sp>
        <p:nvSpPr>
          <p:cNvPr id="494" name="Google Shape;494;p46"/>
          <p:cNvSpPr txBox="1"/>
          <p:nvPr>
            <p:ph idx="1" type="body"/>
          </p:nvPr>
        </p:nvSpPr>
        <p:spPr>
          <a:xfrm>
            <a:off x="77375" y="994500"/>
            <a:ext cx="7873800" cy="27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1" lang="en" sz="11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User Stories:</a:t>
            </a: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typical user would be any student in a University, high school, elementary or middle school, who wants to get faster at typing or is taking a course to learn how to type. Even working adults who want to type on an expert level.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Features/Requirements: 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182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Has to be able to measure WPM and have at least a 30 sec timer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182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Once timer ends the typing result is displayed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182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 marks what you get wrong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182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 in the typing game is randomly generated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182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Play music depending on the speed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182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Measure Accuracy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5" name="Google Shape;495;p4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Property of </a:t>
            </a:r>
            <a:r>
              <a:rPr lang="en"/>
              <a:t>PorkType llc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7"/>
          <p:cNvSpPr/>
          <p:nvPr/>
        </p:nvSpPr>
        <p:spPr>
          <a:xfrm>
            <a:off x="320625" y="872188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1" name="Google Shape;501;p47"/>
          <p:cNvSpPr/>
          <p:nvPr/>
        </p:nvSpPr>
        <p:spPr>
          <a:xfrm>
            <a:off x="356300" y="180150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02" name="Google Shape;502;p47"/>
          <p:cNvGrpSpPr/>
          <p:nvPr/>
        </p:nvGrpSpPr>
        <p:grpSpPr>
          <a:xfrm rot="-5400000">
            <a:off x="4258180" y="1074363"/>
            <a:ext cx="204654" cy="204654"/>
            <a:chOff x="259788" y="1923155"/>
            <a:chExt cx="409800" cy="409800"/>
          </a:xfrm>
        </p:grpSpPr>
        <p:sp>
          <p:nvSpPr>
            <p:cNvPr id="503" name="Google Shape;503;p47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04" name="Google Shape;504;p47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05" name="Google Shape;505;p47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6" name="Google Shape;506;p47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07" name="Google Shape;507;p47"/>
          <p:cNvGrpSpPr/>
          <p:nvPr/>
        </p:nvGrpSpPr>
        <p:grpSpPr>
          <a:xfrm rot="-5400000">
            <a:off x="4270156" y="2002031"/>
            <a:ext cx="180681" cy="204654"/>
            <a:chOff x="259788" y="1923155"/>
            <a:chExt cx="409800" cy="409800"/>
          </a:xfrm>
        </p:grpSpPr>
        <p:sp>
          <p:nvSpPr>
            <p:cNvPr id="508" name="Google Shape;508;p47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09" name="Google Shape;509;p47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10" name="Google Shape;510;p47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1" name="Google Shape;511;p47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12" name="Google Shape;512;p4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Property of </a:t>
            </a:r>
            <a:r>
              <a:rPr lang="en"/>
              <a:t>PorkType llc</a:t>
            </a:r>
            <a:endParaRPr/>
          </a:p>
        </p:txBody>
      </p:sp>
      <p:sp>
        <p:nvSpPr>
          <p:cNvPr id="513" name="Google Shape;513;p47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Documentation</a:t>
            </a:r>
            <a:endParaRPr/>
          </a:p>
        </p:txBody>
      </p:sp>
      <p:sp>
        <p:nvSpPr>
          <p:cNvPr id="514" name="Google Shape;514;p47"/>
          <p:cNvSpPr txBox="1"/>
          <p:nvPr>
            <p:ph idx="4" type="subTitle"/>
          </p:nvPr>
        </p:nvSpPr>
        <p:spPr>
          <a:xfrm>
            <a:off x="453261" y="1050283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15" name="Google Shape;515;p47"/>
          <p:cNvSpPr txBox="1"/>
          <p:nvPr>
            <p:ph idx="5" type="subTitle"/>
          </p:nvPr>
        </p:nvSpPr>
        <p:spPr>
          <a:xfrm>
            <a:off x="453250" y="1992113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16" name="Google Shape;516;p47"/>
          <p:cNvSpPr txBox="1"/>
          <p:nvPr>
            <p:ph idx="13" type="subTitle"/>
          </p:nvPr>
        </p:nvSpPr>
        <p:spPr>
          <a:xfrm>
            <a:off x="768750" y="103073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hlinkClick r:id="rId3"/>
              </a:rPr>
              <a:t>Sheets</a:t>
            </a:r>
            <a:endParaRPr/>
          </a:p>
        </p:txBody>
      </p:sp>
      <p:sp>
        <p:nvSpPr>
          <p:cNvPr id="517" name="Google Shape;517;p47"/>
          <p:cNvSpPr txBox="1"/>
          <p:nvPr>
            <p:ph idx="14" type="subTitle"/>
          </p:nvPr>
        </p:nvSpPr>
        <p:spPr>
          <a:xfrm>
            <a:off x="789900" y="196003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 u="sng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